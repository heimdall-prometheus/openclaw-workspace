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Becker Sicherheitstechnik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3F4F6"/>
                </a:solidFill>
              </a:defRPr>
            </a:pPr>
            <a:r>
              <a:t>Odoo ERP Projektplan</a:t>
            </a:r>
            <a:br/>
            <a:r>
              <a:t>9. Februar - 20. Juli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Prozess-Reihenfolge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280160"/>
          <a:ext cx="877824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Prozessbereich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Strategie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Vertrieb &amp; Angebote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Quick Win - sofort sichtbarer Nutzen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Einkauf &amp; Bestellung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Gemeinsame Stammdaten nutzen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Projektmanagement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Aufträge → Projekte verknüpfen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CRM &amp; Kundenakte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Komplette Kundenhistorie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Lager &amp; Bestand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Basis für Warenfluss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Buchhaltung &amp; DATEV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Finanzen parallel aufbauen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Monteur-App &amp; Service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Mobile Lösung Außendienst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Schnittstellen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S-Firm, GAEB (komplex)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Timeline: 23 Wochen @ 3.5 PT/Woche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28016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Wochen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Zeitraum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1-2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9.-21. Feb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Analyse + Basis-Setup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22. Feb - 14. Mär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Vertrieb &amp; Angebote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6-8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15. Mär - 4. Apr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Einkauf &amp; Bestellung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9-11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5.-25. 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Projektmanagement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12-14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26. Apr - 16. Mai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CRM &amp; Kundenakte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15-17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17. Mai - 6. 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Lager &amp; Bestand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18-19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7.-20. Jun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Buchhaltung &amp; DATEV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20-21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21. Jun - 4. 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Monteur-App &amp;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22-23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5.-20. Jul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Schnittstellen &amp; Go-Live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18288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Phase 1-2: Quick Wins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Vertrieb &amp; Angebote (Woche 3-5)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280160"/>
          <a:ext cx="8778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Aufgabe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Angebots- &amp; Auftragsprozesse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Erstes Angebot aus Odoo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Kundenspezifische Preisregeln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Individuelle Preise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Auftragsbestätigung &amp; Kopierlogik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Effiziente Aufträge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POS-Modul (Thekenverkauf)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Direktverkauf funktioniert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Einkauf &amp; Bestellung (Woche 6-8)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280160"/>
          <a:ext cx="8778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Aufgabe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Bestellung &amp; Wareneingang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Bestellungen digital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Lieferantenverwaltung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Lieferanten gepflegt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Übersicht offene Bestellungen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Transparenz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3-Wege-Prüfung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Automatischer Abgleich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18288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Phase 3-4: Projekte &amp; CRM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Projektmanagement (Woche 9-11)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280160"/>
          <a:ext cx="8778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Aufgabe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Projektanlage &amp; Nachkalkulation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Kosten sichtbar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Projektdokumentation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Alles am Projekt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Profitabilität je Projekt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Gewinn auf Knopfdruck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Reports &amp;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Management-Überblick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CRM &amp; Kundenakte (Woche 12-14)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280160"/>
          <a:ext cx="8778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Aufgabe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CRM Grundkonfiguration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Leads &amp; Opportunities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Komplette Kundenhistorie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360° Kundensicht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Aktivitäten &amp; Aufgaben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Follow-ups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Wiedervorlagen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Keine Leads vergessen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18288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Phase 5-6: Lager &amp; Finanzen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Lager &amp; Bestand (Woche 15-17)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280160"/>
          <a:ext cx="8778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Aufgabe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Zusatz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Mehrere Lagerorte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Eigenleistung möglich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Bestandsführung &amp; Umlagerung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Scanner-Integration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Bei mobilen Scannern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Etikettendruck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Modul ~500€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Meldebestand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Auto-Bestellung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Buchhaltung &amp; DATEV (Woche 18-19)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280160"/>
          <a:ext cx="8778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Aufgabe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Zusatz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DATEV-Schnittstelle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Modul ~500€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X-Rechnung / ZUGFeRD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inkl. OCR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Eingangsrechnungsprüfung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Automatisiert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Pflichtfelder &amp; Validierung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Kontenplan &amp; Migration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18288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Phase 7-8: Service &amp; Schnittstellen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Monteur-App &amp; Service (Woche 20-21)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280160"/>
          <a:ext cx="8778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Aufgabe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Wartungsverträge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Verträge digital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Mobile App Monteure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Monteure arbeiten mobil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Mängeldoku mit Foto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Fotos am Projekt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Digitale Unterschrift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Kunde signiert digital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Schnittstellen &amp; Go-Live (Woche 22-23)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280160"/>
          <a:ext cx="8778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Aufgabe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S-Firm Schnittstelle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Überweisungen automatisiert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GAEB-Import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Ausschreibungen → Angebote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Schulung Key User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Team fit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Go-Live &amp; Hypercare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Produktiver Betrieb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Meilensteine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28016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Woche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Datum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Meilenstein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21. Feb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Analyse abgeschlossen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14. Mär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Vertrieb produktiv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4. Apr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Einkauf produktiv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25. 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Projektcontrolling live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16. Mai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CRM aktiv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6. 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Lager läuft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20. Jun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Buchhaltung komplett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4. 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Monteure digital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20. Jul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🚀 GO-LIVE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Nächste 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1. Kick-off Meeting: 9. Februar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2. Key User pro Bereich benennen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3. Server-Infrastruktur vorbereiten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4. Datenexport aus Altsystem starten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5. Hardware-Anforderungen klären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Fragen?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3F4F6"/>
                </a:solidFill>
              </a:defRPr>
            </a:pPr>
            <a:r>
              <a:t>Becker Sicherheitstechnik</a:t>
            </a:r>
            <a:br/>
            <a:r>
              <a:t>Odoo ERP Projekt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