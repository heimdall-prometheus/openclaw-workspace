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in die Zukunft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Kick-off: Neue ERP-Software bei Becker Sicherheitstechnik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Februar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steht im Mittelpunkt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Arbeitsweise zählt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bauen die Software so, dass sie zu euren Prozessen passt – nicht umgekehrt.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Meinung ist gefragt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Workshops hören wir zu: Was läuft gut? Was nervt? Was wünscht ihr euch?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201168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2064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testet, bevor es losgeht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20640" y="2560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 geht live, ohne dass ihr es vorher ausprobiert und grünes Licht gegeben habt.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Versprechen: Diese Software wird FÜR euch gemacht, nicht AN euch vorbei.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Sorgen nehmen wir ernst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"Kommt noch mehr Arbeit auf uns zu?"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Anfang: </a:t>
            </a:r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Ja, es gibt Workshops und Testphasen.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</a:t>
            </a:r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Zeit investieren wir, damit ihr später WENIGER Arbeit habt.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"Was, wenn ich mich nicht auskenne?"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Problem! Ihr müsst keine IT-Profis sein. Wir begleiten euch Schritt für Schritt und schulen euch.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schützen wir euch: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Schrittweise Einführung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Bereich für Bereich, kein Big Bang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Test-System zum Üben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Ausprobieren ohne Risiko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Euer Feedback wird umgesetzt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Keine Änderung ohne eure Freigabe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Schulungen &amp; Support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Ihr werdet nicht allein gelassen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läuft das Projekt 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hören zu: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arbeitet ihr heute?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560320" cy="10058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bauen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wird an eure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Bedürfnisse angepasst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560320" cy="100584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0" y="1417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testet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Ausprobieren &amp; Feedback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geben – dann Go-Live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Bereiche, schrittweise umgesetzt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Vertrieb &amp; Angebote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3108960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Einkauf &amp; Bestellung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Projektmanagement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108960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Kundenakte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30168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21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&amp; Bestand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3630168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721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Buchhaltung &amp; DATEV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630168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721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Monteur-App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3630168"/>
            <a:ext cx="1828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721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9. Februar 2026  •  Go-Live komplett: 20. Juli 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das für euch?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18872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Workshops mitmachen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Bereich ca. 2 Workshops (je 1-2 Stunden). Ihr zeigt, wie ihr arbeitet.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Test-System ausprobieren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 etwas live geht, könnt ihr in Ruhe testen – ohne Stress, ohne Risiko.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Ehrliches Feedback geben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 uns offen, was funktioniert und was nicht. Nur so wird es richtig gut.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seid die Experten für eure Arbeit – wir sind die Experten für Software. Gemeinsam schaffen wir ein System, das wirklich passt.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Lasst uns gemeinsam starten!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945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wisst immer, wo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gerade stehen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5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Fragen, Ideen, Bedenken 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sprecht uns jederzeit an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9456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2940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Verbesserung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Ziel: Euer Arbeitsalltag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leichter, nicht schwerer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Habt ihr Fragen? Jetzt ist der richtige Zeitpunkt!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Kick-off - Becker Sicherheitstechnik</dc:title>
  <dc:subject>PptxGenJS Presentation</dc:subject>
  <dc:creator>C-led Solutions GmbH</dc:creator>
  <cp:lastModifiedBy>C-led Solutions GmbH</cp:lastModifiedBy>
  <cp:revision>1</cp:revision>
  <dcterms:created xsi:type="dcterms:W3CDTF">2026-02-09T13:51:29Z</dcterms:created>
  <dcterms:modified xsi:type="dcterms:W3CDTF">2026-02-09T13:51:29Z</dcterms:modified>
</cp:coreProperties>
</file>