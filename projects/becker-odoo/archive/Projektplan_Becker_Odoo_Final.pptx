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Becker Sicherheitstechnik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Odoo ERP Projektplan</a:t>
            </a:r>
            <a:br/>
            <a:r>
              <a:t>Basierend auf Aufwandschätzung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Strategischer Ansatz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Quick Wins zuerst → Gute Stimmung im Unternehmen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Projekt im guten Licht erscheinen lassen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Komplexe Dinge nach hinten schieben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Frühe Erfolge schaffen Buy-In für schwierige Phasen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Gesamtaufwand: 63-95 Personentage (~79 PT Mittel)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Aufwandsübersicht nach Phasen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29391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Mittel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1. Analyse &amp; Projektsetup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11,5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2. Infrastruktur &amp;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3. Stammdatenmigration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4. Buchhaltung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10,5</a:t>
                      </a:r>
                    </a:p>
                  </a:txBody>
                  <a:tcPr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5. Einkauf &amp; Beschaffung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6. Lager &amp; Logistik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7. Vertrieb &amp; Auftragsabwicklung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4,75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8. Projektmanagement &amp;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9. Mängeldoku &amp; Service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10. Custom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11. Schulung &amp; Change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6,75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12. Test &amp;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2,5</a:t>
                      </a:r>
                    </a:p>
                  </a:txBody>
                  <a:tcPr/>
                </a:tc>
              </a:tr>
              <a:tr h="2939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GESAMT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~79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1: Analyse &amp;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Analyse &amp; Projektsetup (Woche 1-3)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Kick-off &amp; Projektorganisation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Projektteam steht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Prozessworkshops (Ist/Soll)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Prozesse dokumentiert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Anforderungs-Mapping &amp; Backlog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Priorisiertes Backlog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Projektplan &amp;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Verbindlicher Zeitplan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Infrastruktur &amp; Stammdaten (Woche 4-6)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Installation Odoo Community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System läuft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Server-Konfiguration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Produktivumgebung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Integration OCA-Bibliotheken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Module installiert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Rechte- &amp; Rollenkonzept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User angelegt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Stammdatenmigration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Echte Daten im System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Quick Wins: Vertrieb &amp; Einkauf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Vertrieb &amp; Auftragsabwicklung (Woche 6-8)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Angebots- &amp; Auftragsprozesse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Erstes Angebot aus Odoo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Kundenspezifische Preisregeln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Individuelle Preise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Auftragsbestätigung &amp; Kopierlogik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Effiziente Aufträge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POS-Modul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Thekenverkauf funktioniert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Einkauf &amp; Beschaffung (Woche 8-10)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Bestellung &amp; Wareneingang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Bestellungen digital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Lieferantenverwaltung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Lieferanten gepflegt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Übersicht offene Bestellungen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Transparenz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3-Wege-Prüfung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Automatischer Abgleich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Kernprozesse: Lager &amp; Finanzen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Lager &amp; Logistik (Woche 10-12)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Zusatz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Mehrere Lagerorte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Eigenleistung möglich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Bestandsführung &amp; Umlagerung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Scanner-Integration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Bei mobilen Scannern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Etikettendruck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Modul ~500€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Meldebestand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Buchhaltung (Woche 12-15)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Zusatz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DATEV-Schnittstelle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Modul ~500€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X-Rechnung / ZUGFeRD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inkl. OCR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Eingangsrechnungsprüfung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Automatisiert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Pflichtfelder &amp; Validierung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Kontenplan &amp; Migration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Projektmanagement &amp; CRM (Woche 15-17)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Projektanlage &amp; Nachkalkulation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Kosten sichtbar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Projektdokumentation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Alles am Projekt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CRM &amp; Kundenhistorie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Komplette Kundenakte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Profitabilität je Projekt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Gewinn auf Knopfdruck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Komplexe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Mängeldoku &amp; Service (Woche 17-20)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Wartungsverträge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Verträge digital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Mobile App Monteure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Monteure arbeiten mobil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Mängeldoku mit Foto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Fotos am Projekt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Digitale Unterschrift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Kunde signiert digital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 Module &amp; Schnittstellen (Woche 20-23)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S-Firm Schnittstelle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Überweisungen automatisiert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GAEB-Import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Ausschreibungen → Angebote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GAEB Mapping (N:1)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Statistik &amp; Abrechnung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Sonderlösungen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Custom Workflows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Schulung &amp; Go-Live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Schulung &amp; Change (Woche 23-25)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Key-User-Training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Key User fit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Admin-Training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Admins können verwalten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Endanwender-Workshops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Alle geschult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Schulungsunterlagen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Dokumentation fertig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 &amp; Rollout (Woche 25-26)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 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Integrationstests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Prozesse getestet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Pilotbetrieb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Echtbetrieb mit Fallback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Bugfixes &amp; Nachjustierung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System stabil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Go-Live-Begleitung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Support beim Start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Meilensteine &amp;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3740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Woche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Meilenstein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Ergebnis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Analyse abgeschlossen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Anforderungen klar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System steht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Odoo läuft mit Daten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Vertrieb produktiv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Angebote aus Odoo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Einkauf produktiv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Bestellungen digital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Buchhaltung komplett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X-Rechnung ready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Projektcontrolling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Kein Umsatzverlust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Monteure digital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Mobile App live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Custom fertig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S-Firm &amp; GAEB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Schulungen done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Team bereit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Produktiver Betrieb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Zusatzkosten (Module)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DATEV-Schnittstelle: ~500€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Etikettendruck-Modul: ~500€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Summe Module: ~1.000€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Scanner-Hardware: Nach Bedarf (separate Beschaffung)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Risiken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Risiko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Wahrscheinlichkeit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Datenqualität Migration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Mittel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Frühe Testmigration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GAEB-Komplexität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Puffer, iterativ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Akzeptanz Mitarbeiter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Niedrig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Quick Wins → Buy-In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Scanner-Hardware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Frühzeitig beschaffen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1. Kick-off Meeting terminieren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2. Key User pro Bereich benennen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3. Server-Infrastruktur vorbereiten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4. Datenexport aus Altsystem starten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5. Hardware-Anforderungen klären (Scanner, Drucker)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Becker Sicherheitstechnik</a:t>
            </a:r>
            <a:br/>
            <a:r>
              <a:t>Odoo ERP Projekt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