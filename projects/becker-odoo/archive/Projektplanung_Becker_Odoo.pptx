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Becker Sicherheitstechnik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3F4F6"/>
                </a:solidFill>
              </a:defRPr>
            </a:pPr>
            <a:r>
              <a:t>Odoo ERP Projektplanung</a:t>
            </a:r>
            <a:br/>
            <a:r>
              <a:t>02.02.2026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Strategischer Ansatz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Quick Wins zuerst → Gute Stimmung im Unternehmen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Projekt im guten Licht erscheinen lassen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Komplexe Dinge nach hinten schieben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Frühe Erfolge schaffen Buy-In für schwierige Phasen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Change Management: Momentum aufbauen!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 Phasen zum Erfolg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Fokus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Zeitraum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Charakter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Quick Wins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Wochen 1-4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⚡ Schnelle Erfolge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Kernprozesse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Wochen 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🔧 Solide Basis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Optimierung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Wochen 11-14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🚀 Effizienz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Custom &amp;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Wochen 15-20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🔗 Speziallösungen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1: QUICK WINS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 1.1: Stammdaten &amp; Grundstruktur (Woche 1-2)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Ergebnis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Odoo Instanz aufsetzen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✅ System läuft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Benutzer anlegen + Rollen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✅ Alle können einloggen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3 Standorte konfigurieren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✅ Nummernkreise getrennt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Artikelstamm importieren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✅ Top 100 Produkte verfügbar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Kundenstamm importieren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✅ Top 50 Kunden drin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 1.2-1.4: Angebote, X-Rechnung, Lager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Arbeitspaket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Woche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Angebote &amp; Aufträge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2-3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Erstes echtes Angebot aus Odoo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X-Rechnung (Gesetzlich!)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Gesetzeskonforme E-Rechnung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Basis-Lagerhaltung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Echtzeit-Bestandsübersicht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1 Erfolge (nach 4 Wochen)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✅ System steht mit echten Daten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✅ Angebote/Aufträge laufen digital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✅ X-Rechnung → Gesetzeskonform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✅ Lagerbestand → Transparenz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✅ Team hat erste Erfolge → MOTIVATION!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2: KERNPROZESSE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 2.1: Projekt-Modul (KRITISCH!)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Ergebnis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Projektstruktur definieren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✅ Einheitliche Nomenklatur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Projekte anlegen (5 Piloten)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✅ Echte Projekte live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Kosten auf Projekt buchen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✅ Material + Zeit zugeordnet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Weiterberechnungs-Workflow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✅ KEIN UMSATZVERLUST MEHR!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 2.2-2.5: Einkauf, Zeit, POS, DATEV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Arbeitspaket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Woche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Einkauf &amp; 3-Wege-Prüfung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6-7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Automatische Rechnungsprüfung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Zeiterfassung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Zettelwirtschaft beendet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POS / Thekenverkauf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8-9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Digitale Kasse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DATEV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Automatischer Buchungsexport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3: OPTIMIERUNG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Optimierung (Wochen 11-14)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Arbeitspaket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Woche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Monteur-Workflow (Basis)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11-12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Strukturierte Planung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Kundenpreise &amp; Konditionen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Historie mit Preisinfos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Wartungsverträge (Basis)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13-14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Digital verwaltet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4: CUSTOM &amp;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Custom Development (Wochen 15-20)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Arbeitspaket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Woche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S-Firm Schnittstelle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15-16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Automatisierte Überweisungen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GAEB Import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16-18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Ausschreibungen → Angebote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Mobile App Monteure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18-20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Monteure papierlos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Meilensteine &amp;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8229600" cy="91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6060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Woche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⚡</a:t>
            </a:r>
            <a:br/>
            <a:r>
              <a:t>Go-Live Basis</a:t>
            </a:r>
          </a:p>
        </p:txBody>
      </p:sp>
      <p:sp>
        <p:nvSpPr>
          <p:cNvPr id="8" name="Oval 7"/>
          <p:cNvSpPr/>
          <p:nvPr/>
        </p:nvSpPr>
        <p:spPr>
          <a:xfrm>
            <a:off x="2468880" y="2606040"/>
            <a:ext cx="274320" cy="2743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1031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56DB"/>
                </a:solidFill>
              </a:defRPr>
            </a:pPr>
            <a:r>
              <a:t>Woche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0175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📊</a:t>
            </a:r>
            <a:br/>
            <a:r>
              <a:t>Projektcontrolling</a:t>
            </a:r>
          </a:p>
        </p:txBody>
      </p:sp>
      <p:sp>
        <p:nvSpPr>
          <p:cNvPr id="11" name="Oval 10"/>
          <p:cNvSpPr/>
          <p:nvPr/>
        </p:nvSpPr>
        <p:spPr>
          <a:xfrm>
            <a:off x="4206240" y="2606040"/>
            <a:ext cx="274320" cy="2743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1031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56DB"/>
                </a:solidFill>
              </a:defRPr>
            </a:pPr>
            <a:r>
              <a:t>Woche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0175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🔧</a:t>
            </a:r>
            <a:br/>
            <a:r>
              <a:t>Kernprozesse</a:t>
            </a:r>
          </a:p>
        </p:txBody>
      </p:sp>
      <p:sp>
        <p:nvSpPr>
          <p:cNvPr id="14" name="Oval 13"/>
          <p:cNvSpPr/>
          <p:nvPr/>
        </p:nvSpPr>
        <p:spPr>
          <a:xfrm>
            <a:off x="5943599" y="260604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79" y="21031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Woche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79" y="30175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🚀</a:t>
            </a:r>
            <a:br/>
            <a:r>
              <a:t>Optimierung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0" y="2606040"/>
            <a:ext cx="274320" cy="27432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1031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</a:defRPr>
            </a:pPr>
            <a:r>
              <a:t>Woche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0175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🔗</a:t>
            </a:r>
            <a:br/>
            <a:r>
              <a:t>Vollausbau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Aufwandsübersicht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Wochen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Tage Aufwand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Charakter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1-4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9 Tage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Quick Wins ⚡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14 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Kernprozesse 🔧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11-14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9 Tage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Optimierung 🚀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14 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Custom 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GESAMT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~46 Tage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Risiken &amp; Mitigation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Risiko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Wahrscheinlichkeit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Datenqualität Import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Mittel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Früh testen, parallel bereinigen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Widerstand Mitarbeiter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Niedrig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Quick Wins → Buy-In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GAEB-Komplexität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Hoch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Puffer eingeplant, iterativ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S-Firm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Mittel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Frühe Klärung mit Bank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1. Workshop Kickoff → Prozesse validieren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2. Key User benennen → Pro Bereich Ansprechpartner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3. Instanz aufsetzen → Technische Vorbereitung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4. Datenexport Altsystem → Für Import vorbereiten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5. Termine fixieren → Kalender abstimmen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Fragen?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3F4F6"/>
                </a:solidFill>
              </a:defRPr>
            </a:pPr>
            <a:r>
              <a:t>Erik Reisig | Becker Sicherheitstechnik</a:t>
            </a:r>
            <a:br/>
            <a:r>
              <a:t>02.02.2026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